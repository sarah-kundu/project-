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65" r:id="rId3"/>
    <p:sldId id="260" r:id="rId4"/>
    <p:sldId id="261" r:id="rId5"/>
    <p:sldId id="266" r:id="rId6"/>
    <p:sldId id="267" r:id="rId7"/>
    <p:sldId id="268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4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1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98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6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8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3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3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7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6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9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9943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63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5437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41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1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2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9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160337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Baskerville Old Face" panose="02020602080505020303" pitchFamily="18" charset="0"/>
              </a:rPr>
              <a:t>PROJECT</a:t>
            </a:r>
            <a:br>
              <a:rPr lang="en-US" b="1" u="sng" dirty="0">
                <a:latin typeface="Baskerville Old Face" panose="02020602080505020303" pitchFamily="18" charset="0"/>
              </a:rPr>
            </a:br>
            <a:r>
              <a:rPr lang="en-US" b="1" u="sng" dirty="0">
                <a:latin typeface="Baskerville Old Face" panose="02020602080505020303" pitchFamily="18" charset="0"/>
              </a:rPr>
              <a:t>TRAIN TICKET BOOKING SYSTEM</a:t>
            </a:r>
            <a:endParaRPr b="1" u="sng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933" y="1447800"/>
            <a:ext cx="8229600" cy="5405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C PROGRAMMING</a:t>
            </a:r>
          </a:p>
          <a:p>
            <a:pPr marL="0" indent="0"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SUBMITTED BY: SARAH KUNDU</a:t>
            </a:r>
          </a:p>
          <a:p>
            <a:pPr marL="0" indent="0"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SAP ID: 590023804</a:t>
            </a:r>
          </a:p>
          <a:p>
            <a:pPr marL="0" indent="0"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BATCH NO. 60</a:t>
            </a:r>
          </a:p>
          <a:p>
            <a:pPr marL="0" indent="0">
              <a:buNone/>
            </a:pPr>
            <a:endParaRPr sz="28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 descr="A train on the tracks&#10;&#10;AI-generated content may be incorrect.">
            <a:extLst>
              <a:ext uri="{FF2B5EF4-FFF2-40B4-BE49-F238E27FC236}">
                <a16:creationId xmlns:a16="http://schemas.microsoft.com/office/drawing/2014/main" id="{F01DAAB3-E8B5-C66F-65E0-ED022FF23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3" y="3910751"/>
            <a:ext cx="3687235" cy="2785534"/>
          </a:xfrm>
          <a:prstGeom prst="rect">
            <a:avLst/>
          </a:prstGeom>
        </p:spPr>
      </p:pic>
      <p:pic>
        <p:nvPicPr>
          <p:cNvPr id="7" name="Picture 6" descr="A train on the tracks&#10;&#10;AI-generated content may be incorrect.">
            <a:extLst>
              <a:ext uri="{FF2B5EF4-FFF2-40B4-BE49-F238E27FC236}">
                <a16:creationId xmlns:a16="http://schemas.microsoft.com/office/drawing/2014/main" id="{A647D202-ED1E-3551-CA48-845C343FD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067" y="2624665"/>
            <a:ext cx="4601634" cy="2678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B561-9D08-ED7F-08B0-2E377550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INTRODUCTION</a:t>
            </a:r>
            <a:br>
              <a:rPr lang="en-US" dirty="0">
                <a:latin typeface="Elephant" panose="02020904090505020303" pitchFamily="18" charset="0"/>
              </a:rPr>
            </a:br>
            <a:endParaRPr lang="en-IN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137D-8EBE-C1CA-2F0B-19604B8A9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07" y="1905000"/>
            <a:ext cx="6591985" cy="3777622"/>
          </a:xfrm>
        </p:spPr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This project stimulates a simple railway booking system</a:t>
            </a:r>
            <a:r>
              <a:rPr lang="en-IN" dirty="0">
                <a:latin typeface="Elephant" panose="02020904090505020303" pitchFamily="18" charset="0"/>
              </a:rPr>
              <a:t>.</a:t>
            </a:r>
          </a:p>
          <a:p>
            <a:r>
              <a:rPr lang="en-IN" dirty="0">
                <a:latin typeface="Elephant" panose="02020904090505020303" pitchFamily="18" charset="0"/>
              </a:rPr>
              <a:t>Implemented using C programming language.</a:t>
            </a:r>
          </a:p>
          <a:p>
            <a:r>
              <a:rPr lang="en-IN" dirty="0">
                <a:latin typeface="Elephant" panose="02020904090505020303" pitchFamily="18" charset="0"/>
              </a:rPr>
              <a:t>Demonstrates user input handling, conditional statements and structured design.</a:t>
            </a:r>
          </a:p>
          <a:p>
            <a:r>
              <a:rPr lang="en-IN" dirty="0">
                <a:latin typeface="Elephant" panose="02020904090505020303" pitchFamily="18" charset="0"/>
              </a:rPr>
              <a:t>Generates a basic e- ticket at the end.</a:t>
            </a:r>
            <a:endParaRPr lang="en-US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66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503153"/>
            <a:ext cx="6589199" cy="1280890"/>
          </a:xfrm>
        </p:spPr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PROBLEM DEFINITION</a:t>
            </a:r>
            <a:endParaRPr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007" y="1752600"/>
            <a:ext cx="6591985" cy="3777622"/>
          </a:xfrm>
        </p:spPr>
        <p:txBody>
          <a:bodyPr>
            <a:noAutofit/>
          </a:bodyPr>
          <a:lstStyle/>
          <a:p>
            <a:r>
              <a:rPr lang="en-US" sz="1600" dirty="0">
                <a:latin typeface="Elephant" panose="02020904090505020303" pitchFamily="18" charset="0"/>
              </a:rPr>
              <a:t>Railway booking systems are complex, but we need a basic version for learning.</a:t>
            </a:r>
          </a:p>
          <a:p>
            <a:r>
              <a:rPr lang="en-US" sz="1600" dirty="0">
                <a:latin typeface="Elephant" panose="02020904090505020303" pitchFamily="18" charset="0"/>
              </a:rPr>
              <a:t>This project solves the problem by providing a simplified, console-based reservation flow.</a:t>
            </a:r>
          </a:p>
          <a:p>
            <a:r>
              <a:rPr lang="en-US" sz="1600" dirty="0">
                <a:latin typeface="Elephant" panose="02020904090505020303" pitchFamily="18" charset="0"/>
              </a:rPr>
              <a:t>Helps us understand how real ticketing systems handle user data and decision-making.</a:t>
            </a:r>
          </a:p>
          <a:p>
            <a:r>
              <a:rPr lang="en-US" sz="1600" dirty="0">
                <a:latin typeface="Elephant" panose="02020904090505020303" pitchFamily="18" charset="0"/>
              </a:rPr>
              <a:t>SCOPE OF WORK:</a:t>
            </a:r>
          </a:p>
          <a:p>
            <a:r>
              <a:rPr lang="en-IN" sz="1600" dirty="0">
                <a:latin typeface="Elephant" panose="02020904090505020303" pitchFamily="18" charset="0"/>
              </a:rPr>
              <a:t>Single passenger ticket booking.</a:t>
            </a:r>
          </a:p>
          <a:p>
            <a:r>
              <a:rPr lang="en-IN" sz="1600" dirty="0">
                <a:latin typeface="Elephant" panose="02020904090505020303" pitchFamily="18" charset="0"/>
              </a:rPr>
              <a:t>Route selection (Source → Destination).</a:t>
            </a:r>
          </a:p>
          <a:p>
            <a:r>
              <a:rPr lang="en-IN" sz="1600" dirty="0">
                <a:latin typeface="Elephant" panose="02020904090505020303" pitchFamily="18" charset="0"/>
              </a:rPr>
              <a:t>Class selection (AC1/AC2/AC3/Sleeper).</a:t>
            </a:r>
          </a:p>
          <a:p>
            <a:r>
              <a:rPr lang="en-IN" sz="1600" dirty="0">
                <a:latin typeface="Elephant" panose="02020904090505020303" pitchFamily="18" charset="0"/>
              </a:rPr>
              <a:t>Seat availability check.</a:t>
            </a:r>
          </a:p>
          <a:p>
            <a:r>
              <a:rPr lang="en-IN" sz="1600" dirty="0">
                <a:latin typeface="Elephant" panose="02020904090505020303" pitchFamily="18" charset="0"/>
              </a:rPr>
              <a:t>Passenger details collection.</a:t>
            </a:r>
          </a:p>
          <a:p>
            <a:r>
              <a:rPr lang="en-IN" sz="1600" dirty="0">
                <a:latin typeface="Elephant" panose="02020904090505020303" pitchFamily="18" charset="0"/>
              </a:rPr>
              <a:t>Payment confirmation.</a:t>
            </a:r>
          </a:p>
          <a:p>
            <a:r>
              <a:rPr lang="en-IN" sz="1600" dirty="0">
                <a:latin typeface="Elephant" panose="02020904090505020303" pitchFamily="18" charset="0"/>
              </a:rPr>
              <a:t>E-ticket generation.</a:t>
            </a:r>
            <a:endParaRPr sz="1600" dirty="0">
              <a:latin typeface="Elephant" panose="020209040905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SOLUTION APPROACH</a:t>
            </a:r>
            <a:endParaRPr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1340" y="1280744"/>
            <a:ext cx="6591985" cy="3777622"/>
          </a:xfrm>
        </p:spPr>
        <p:txBody>
          <a:bodyPr>
            <a:noAutofit/>
          </a:bodyPr>
          <a:lstStyle/>
          <a:p>
            <a:r>
              <a:rPr lang="en-US" sz="1200" dirty="0">
                <a:latin typeface="Elephant" panose="02020904090505020303" pitchFamily="18" charset="0"/>
              </a:rPr>
              <a:t>Main 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Accept the route inputs (To &amp; From).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Require user to specify travel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Check seat availability using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Collect your journey date and passenger information.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Show ticket price and request a confirmation of payment.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Create an e-ticket with travel details.</a:t>
            </a:r>
          </a:p>
          <a:p>
            <a:r>
              <a:rPr lang="en-US" sz="1200" dirty="0">
                <a:latin typeface="Elephant" panose="02020904090505020303" pitchFamily="18" charset="0"/>
              </a:rPr>
              <a:t>Modules /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Input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 From-to, date, passenger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Checker: Available / Waitlist / Not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Booking Confirmation Payment Module: Book and pay for your seat now.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Ticket Generator: Generates formatted ticket output.</a:t>
            </a:r>
          </a:p>
          <a:p>
            <a:r>
              <a:rPr lang="en-US" sz="1200" dirty="0">
                <a:latin typeface="Elephant" panose="02020904090505020303" pitchFamily="18" charset="0"/>
              </a:rPr>
              <a:t>System / Algorithm Flow: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Sequential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Uses if-else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Simple data storage using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Elephant" panose="02020904090505020303" pitchFamily="18" charset="0"/>
              </a:rPr>
              <a:t>Terminal-based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7BEC-873F-0161-34E8-6A48B8AE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495323"/>
            <a:ext cx="6589199" cy="1280890"/>
          </a:xfrm>
        </p:spPr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CODE DEMONSTRATION</a:t>
            </a:r>
            <a:endParaRPr lang="en-IN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B539A-F733-6356-49D2-F8CDC2E68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07" y="1540189"/>
            <a:ext cx="6591985" cy="3777622"/>
          </a:xfrm>
        </p:spPr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Seat availability and passenger input: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Elephant" panose="02020904090505020303" pitchFamily="18" charset="0"/>
              </a:rPr>
              <a:t>Ticket Generation:</a:t>
            </a:r>
          </a:p>
          <a:p>
            <a:endParaRPr lang="en-IN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D24591E-9C2E-3782-6CE6-C16393C16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2237"/>
            <a:ext cx="7679267" cy="2376328"/>
          </a:xfrm>
          <a:prstGeom prst="rect">
            <a:avLst/>
          </a:prstGeom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5384FBA-8C66-8E7C-39F8-6954AC683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0" y="4747409"/>
            <a:ext cx="7811590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BADE-A4D2-39F5-9992-3543C0D1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F7C91-B766-A2E7-91B7-1EE62BCC3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740" y="1540189"/>
            <a:ext cx="6591985" cy="3777622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>
                <a:latin typeface="Elephant" panose="02020904090505020303" pitchFamily="18" charset="0"/>
              </a:rPr>
              <a:t>Demonstration (Input → Output):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INPUT: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To: Mumbai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From: Delhi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Class: AC3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Journey Date: 22/12/2025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Passenger: Sarah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Payment: Yes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OUTPUT: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Ticket Available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Booking Confirmed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Payment Successful</a:t>
            </a:r>
          </a:p>
          <a:p>
            <a:r>
              <a:rPr lang="en-US" sz="7200" dirty="0">
                <a:latin typeface="Elephant" panose="02020904090505020303" pitchFamily="18" charset="0"/>
              </a:rPr>
              <a:t>E-Ticket Generated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7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0CF1-450D-A576-342B-F243ABCC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NOVELITIES</a:t>
            </a:r>
            <a:endParaRPr lang="en-IN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1DE19-1FFF-C6BC-BB3D-7E10F9372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07" y="1905000"/>
            <a:ext cx="6591985" cy="37776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Elephant" panose="02020904090505020303" pitchFamily="18" charset="0"/>
              </a:rPr>
              <a:t>What is Unique or Innovative?</a:t>
            </a:r>
          </a:p>
          <a:p>
            <a:r>
              <a:rPr lang="en-US" dirty="0">
                <a:latin typeface="Elephant" panose="02020904090505020303" pitchFamily="18" charset="0"/>
              </a:rPr>
              <a:t>Simpler model of large railway networks written from the scratch in C basics.</a:t>
            </a:r>
          </a:p>
          <a:p>
            <a:r>
              <a:rPr lang="en-US" dirty="0">
                <a:latin typeface="Elephant" panose="02020904090505020303" pitchFamily="18" charset="0"/>
              </a:rPr>
              <a:t>No libs or DBs needed—great for learning basic logic.</a:t>
            </a:r>
          </a:p>
          <a:p>
            <a:r>
              <a:rPr lang="en-US" dirty="0">
                <a:latin typeface="Elephant" panose="02020904090505020303" pitchFamily="18" charset="0"/>
              </a:rPr>
              <a:t>A console interaction only simulation of that booking you have always dreamed of making.</a:t>
            </a:r>
          </a:p>
          <a:p>
            <a:r>
              <a:rPr lang="en-US" dirty="0">
                <a:latin typeface="Elephant" panose="02020904090505020303" pitchFamily="18" charset="0"/>
              </a:rPr>
              <a:t>Design Improvements / Good Choices:</a:t>
            </a:r>
          </a:p>
          <a:p>
            <a:r>
              <a:rPr lang="en-US" dirty="0">
                <a:latin typeface="Elephant" panose="02020904090505020303" pitchFamily="18" charset="0"/>
              </a:rPr>
              <a:t>Clear decision-based flow using conditions.</a:t>
            </a:r>
          </a:p>
          <a:p>
            <a:r>
              <a:rPr lang="en-US" dirty="0">
                <a:latin typeface="Elephant" panose="02020904090505020303" pitchFamily="18" charset="0"/>
              </a:rPr>
              <a:t>User-friendly prompts and structured outputs.</a:t>
            </a:r>
          </a:p>
          <a:p>
            <a:r>
              <a:rPr lang="en-US" dirty="0">
                <a:latin typeface="Elephant" panose="02020904090505020303" pitchFamily="18" charset="0"/>
              </a:rPr>
              <a:t>Modular control system input → check → confirm → foster.</a:t>
            </a:r>
          </a:p>
          <a:p>
            <a:r>
              <a:rPr lang="en-US" dirty="0">
                <a:latin typeface="Elephant" panose="02020904090505020303" pitchFamily="18" charset="0"/>
              </a:rPr>
              <a:t>Clean e-ticket formatting for readability.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47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Elephant" panose="02020904090505020303" pitchFamily="18" charset="0"/>
              </a:rPr>
              <a:t>C</a:t>
            </a:r>
            <a:r>
              <a:rPr lang="en-US" dirty="0">
                <a:latin typeface="Elephant" panose="02020904090505020303" pitchFamily="18" charset="0"/>
              </a:rPr>
              <a:t>ONCLUSION</a:t>
            </a:r>
            <a:endParaRPr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007" y="1905000"/>
            <a:ext cx="6591985" cy="3777622"/>
          </a:xfrm>
        </p:spPr>
        <p:txBody>
          <a:bodyPr/>
          <a:lstStyle/>
          <a:p>
            <a:r>
              <a:rPr lang="en-US" dirty="0">
                <a:latin typeface="Elephant" panose="02020904090505020303" pitchFamily="18" charset="0"/>
              </a:rPr>
              <a:t>Successfully stimulates a simple train booking system.</a:t>
            </a:r>
          </a:p>
          <a:p>
            <a:r>
              <a:rPr lang="en-US" dirty="0">
                <a:latin typeface="Elephant" panose="02020904090505020303" pitchFamily="18" charset="0"/>
              </a:rPr>
              <a:t>Demonstrates practical uses of C fundamentals.</a:t>
            </a:r>
          </a:p>
          <a:p>
            <a:r>
              <a:rPr lang="en-US" dirty="0">
                <a:latin typeface="Elephant" panose="02020904090505020303" pitchFamily="18" charset="0"/>
              </a:rPr>
              <a:t>User-friendly and interactive.</a:t>
            </a:r>
          </a:p>
          <a:p>
            <a:endParaRPr lang="en-US" dirty="0">
              <a:latin typeface="Elephant" panose="02020904090505020303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Elephant" panose="02020904090505020303" pitchFamily="18" charset="0"/>
              </a:rPr>
              <a:t>REFERNCES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Elephant" panose="02020904090505020303" pitchFamily="18" charset="0"/>
              </a:rPr>
              <a:t>Let Us C — </a:t>
            </a:r>
            <a:r>
              <a:rPr lang="en-US" dirty="0" err="1">
                <a:latin typeface="Elephant" panose="02020904090505020303" pitchFamily="18" charset="0"/>
              </a:rPr>
              <a:t>Yashavant</a:t>
            </a:r>
            <a:r>
              <a:rPr lang="en-US" dirty="0">
                <a:latin typeface="Elephant" panose="02020904090505020303" pitchFamily="18" charset="0"/>
              </a:rPr>
              <a:t> Kanetkar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Elephant" panose="02020904090505020303" pitchFamily="18" charset="0"/>
              </a:rPr>
              <a:t>Railway Reservation System examples and tutorials</a:t>
            </a:r>
            <a:endParaRPr dirty="0">
              <a:latin typeface="Elephant" panose="020209040905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Elephant" panose="02020904090505020303" pitchFamily="18" charset="0"/>
              </a:rPr>
              <a:t>T</a:t>
            </a:r>
            <a:r>
              <a:rPr lang="en-US" dirty="0">
                <a:latin typeface="Elephant" panose="02020904090505020303" pitchFamily="18" charset="0"/>
              </a:rPr>
              <a:t>HANK YOU!!!</a:t>
            </a:r>
            <a:endParaRPr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007" y="1905000"/>
            <a:ext cx="6591985" cy="3777622"/>
          </a:xfrm>
        </p:spPr>
        <p:txBody>
          <a:bodyPr/>
          <a:lstStyle/>
          <a:p>
            <a:r>
              <a:rPr dirty="0">
                <a:latin typeface="Elephant" panose="02020904090505020303" pitchFamily="18" charset="0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87</TotalTime>
  <Words>432</Words>
  <Application>Microsoft Office PowerPoint</Application>
  <PresentationFormat>On-screen Show (4:3)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Rounded MT Bold</vt:lpstr>
      <vt:lpstr>Baskerville Old Face</vt:lpstr>
      <vt:lpstr>Century Gothic</vt:lpstr>
      <vt:lpstr>Elephant</vt:lpstr>
      <vt:lpstr>Wingdings</vt:lpstr>
      <vt:lpstr>Wingdings 3</vt:lpstr>
      <vt:lpstr>Wisp</vt:lpstr>
      <vt:lpstr>PROJECT TRAIN TICKET BOOKING SYSTEM</vt:lpstr>
      <vt:lpstr>INTRODUCTION </vt:lpstr>
      <vt:lpstr>PROBLEM DEFINITION</vt:lpstr>
      <vt:lpstr>SOLUTION APPROACH</vt:lpstr>
      <vt:lpstr>CODE DEMONSTRATION</vt:lpstr>
      <vt:lpstr>PowerPoint Presentation</vt:lpstr>
      <vt:lpstr>NOVELITIES</vt:lpstr>
      <vt:lpstr>CONCLUSION</vt:lpstr>
      <vt:lpstr>THANK 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Sarah Kundu</cp:lastModifiedBy>
  <cp:revision>3</cp:revision>
  <dcterms:created xsi:type="dcterms:W3CDTF">2013-01-27T09:14:16Z</dcterms:created>
  <dcterms:modified xsi:type="dcterms:W3CDTF">2025-12-03T18:04:29Z</dcterms:modified>
  <cp:category/>
</cp:coreProperties>
</file>