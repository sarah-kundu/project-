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4" r:id="rId1"/>
  </p:sldMasterIdLst>
  <p:sldIdLst>
    <p:sldId id="256" r:id="rId2"/>
    <p:sldId id="265" r:id="rId3"/>
    <p:sldId id="259" r:id="rId4"/>
    <p:sldId id="260" r:id="rId5"/>
    <p:sldId id="261" r:id="rId6"/>
    <p:sldId id="263" r:id="rId7"/>
    <p:sldId id="264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23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2416" y="2514601"/>
            <a:ext cx="6600451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2416" y="4777380"/>
            <a:ext cx="6600451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8"/>
          <p:cNvSpPr/>
          <p:nvPr/>
        </p:nvSpPr>
        <p:spPr bwMode="auto">
          <a:xfrm>
            <a:off x="-31719" y="4321158"/>
            <a:ext cx="1395473" cy="781781"/>
          </a:xfrm>
          <a:custGeom>
            <a:avLst/>
            <a:gdLst/>
            <a:ahLst/>
            <a:cxnLst/>
            <a:rect l="l" t="t" r="r" b="b"/>
            <a:pathLst>
              <a:path w="8042" h="10000">
                <a:moveTo>
                  <a:pt x="5799" y="10000"/>
                </a:moveTo>
                <a:cubicBezTo>
                  <a:pt x="5880" y="10000"/>
                  <a:pt x="5934" y="9940"/>
                  <a:pt x="5961" y="9880"/>
                </a:cubicBezTo>
                <a:cubicBezTo>
                  <a:pt x="5961" y="9820"/>
                  <a:pt x="5988" y="9820"/>
                  <a:pt x="5988" y="9820"/>
                </a:cubicBezTo>
                <a:lnTo>
                  <a:pt x="8042" y="5260"/>
                </a:lnTo>
                <a:cubicBezTo>
                  <a:pt x="8096" y="5140"/>
                  <a:pt x="8096" y="4901"/>
                  <a:pt x="8042" y="4721"/>
                </a:cubicBezTo>
                <a:lnTo>
                  <a:pt x="5988" y="221"/>
                </a:lnTo>
                <a:cubicBezTo>
                  <a:pt x="5988" y="160"/>
                  <a:pt x="5961" y="160"/>
                  <a:pt x="5961" y="160"/>
                </a:cubicBezTo>
                <a:cubicBezTo>
                  <a:pt x="5934" y="101"/>
                  <a:pt x="5880" y="41"/>
                  <a:pt x="5799" y="41"/>
                </a:cubicBezTo>
                <a:lnTo>
                  <a:pt x="18" y="0"/>
                </a:lnTo>
                <a:cubicBezTo>
                  <a:pt x="12" y="3330"/>
                  <a:pt x="6" y="6661"/>
                  <a:pt x="0" y="9991"/>
                </a:cubicBezTo>
                <a:lnTo>
                  <a:pt x="5799" y="1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23334" y="4529541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041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2415" y="2133600"/>
            <a:ext cx="6591985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212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074562"/>
            <a:ext cx="6591985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3581400"/>
            <a:ext cx="659198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798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2416" y="2136706"/>
            <a:ext cx="3197531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7307" y="2136706"/>
            <a:ext cx="3197093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660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5352" y="2226626"/>
            <a:ext cx="287459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2415" y="2802888"/>
            <a:ext cx="3197532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6154" y="2223398"/>
            <a:ext cx="28732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33715" y="2799660"/>
            <a:ext cx="3195680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083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537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537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46088"/>
            <a:ext cx="2629584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3494" y="446089"/>
            <a:ext cx="3790906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1598613"/>
            <a:ext cx="2629584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1755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800600"/>
            <a:ext cx="6591985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2415" y="634965"/>
            <a:ext cx="6591985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367338"/>
            <a:ext cx="6591985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264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609600"/>
            <a:ext cx="6591985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4936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15972" y="3505200"/>
            <a:ext cx="5653888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499436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438401"/>
            <a:ext cx="6591985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063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688292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688292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54379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6" y="627407"/>
            <a:ext cx="6591984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591985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6416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41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535" y="627406"/>
            <a:ext cx="1656132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2416" y="627406"/>
            <a:ext cx="4716348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625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" y="228600"/>
            <a:ext cx="1981200" cy="6638628"/>
            <a:chOff x="2487613" y="285750"/>
            <a:chExt cx="2428875" cy="5654676"/>
          </a:xfrm>
        </p:grpSpPr>
        <p:sp>
          <p:nvSpPr>
            <p:cNvPr id="37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8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9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0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1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2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3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4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5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6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7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8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49" name="Group 48"/>
          <p:cNvGrpSpPr/>
          <p:nvPr/>
        </p:nvGrpSpPr>
        <p:grpSpPr>
          <a:xfrm>
            <a:off x="20421" y="285"/>
            <a:ext cx="1952272" cy="6852968"/>
            <a:chOff x="6627813" y="195717"/>
            <a:chExt cx="1952625" cy="5678034"/>
          </a:xfrm>
        </p:grpSpPr>
        <p:sp>
          <p:nvSpPr>
            <p:cNvPr id="50" name="Freeform 27"/>
            <p:cNvSpPr/>
            <p:nvPr/>
          </p:nvSpPr>
          <p:spPr bwMode="auto">
            <a:xfrm>
              <a:off x="6627813" y="195717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62" name="Rectangle 6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2133600"/>
            <a:ext cx="6591985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0" y="6135089"/>
            <a:ext cx="766380" cy="370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2415" y="6135809"/>
            <a:ext cx="57164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11228" y="787783"/>
            <a:ext cx="584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394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7" y="160337"/>
            <a:ext cx="8229600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u="sng" dirty="0">
                <a:latin typeface="Baskerville Old Face" panose="02020602080505020303" pitchFamily="18" charset="0"/>
              </a:rPr>
              <a:t>PROJECT</a:t>
            </a:r>
            <a:br>
              <a:rPr lang="en-US" b="1" u="sng" dirty="0">
                <a:latin typeface="Baskerville Old Face" panose="02020602080505020303" pitchFamily="18" charset="0"/>
              </a:rPr>
            </a:br>
            <a:r>
              <a:rPr lang="en-US" b="1" u="sng" dirty="0">
                <a:latin typeface="Baskerville Old Face" panose="02020602080505020303" pitchFamily="18" charset="0"/>
              </a:rPr>
              <a:t>TRAIN TICKET BOOKING SYSTEM</a:t>
            </a:r>
            <a:endParaRPr b="1" u="sng" dirty="0">
              <a:latin typeface="Baskerville Old Face" panose="020206020805050203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4933" y="1447800"/>
            <a:ext cx="8229600" cy="54054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Arial Rounded MT Bold" panose="020F0704030504030204" pitchFamily="34" charset="0"/>
              </a:rPr>
              <a:t>C PROGRAMMING</a:t>
            </a:r>
          </a:p>
          <a:p>
            <a:pPr marL="0" indent="0">
              <a:buNone/>
            </a:pPr>
            <a:r>
              <a:rPr lang="en-US" sz="2800" dirty="0">
                <a:latin typeface="Arial Rounded MT Bold" panose="020F0704030504030204" pitchFamily="34" charset="0"/>
              </a:rPr>
              <a:t>SUBMITTED BY: SARAH KUNDU</a:t>
            </a:r>
          </a:p>
          <a:p>
            <a:pPr marL="0" indent="0">
              <a:buNone/>
            </a:pPr>
            <a:r>
              <a:rPr lang="en-US" sz="2800" dirty="0">
                <a:latin typeface="Arial Rounded MT Bold" panose="020F0704030504030204" pitchFamily="34" charset="0"/>
              </a:rPr>
              <a:t>SAP ID: 590023804</a:t>
            </a:r>
          </a:p>
          <a:p>
            <a:pPr marL="0" indent="0">
              <a:buNone/>
            </a:pPr>
            <a:r>
              <a:rPr lang="en-US" sz="2800" dirty="0">
                <a:latin typeface="Arial Rounded MT Bold" panose="020F0704030504030204" pitchFamily="34" charset="0"/>
              </a:rPr>
              <a:t>BATCH NO. 60</a:t>
            </a:r>
          </a:p>
          <a:p>
            <a:pPr marL="0" indent="0">
              <a:buNone/>
            </a:pPr>
            <a:endParaRPr sz="2800" dirty="0">
              <a:latin typeface="Arial Rounded MT Bold" panose="020F0704030504030204" pitchFamily="34" charset="0"/>
            </a:endParaRPr>
          </a:p>
        </p:txBody>
      </p:sp>
      <p:pic>
        <p:nvPicPr>
          <p:cNvPr id="5" name="Picture 4" descr="A train on the tracks&#10;&#10;AI-generated content may be incorrect.">
            <a:extLst>
              <a:ext uri="{FF2B5EF4-FFF2-40B4-BE49-F238E27FC236}">
                <a16:creationId xmlns:a16="http://schemas.microsoft.com/office/drawing/2014/main" id="{F01DAAB3-E8B5-C66F-65E0-ED022FF23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33" y="3910751"/>
            <a:ext cx="3687235" cy="2785534"/>
          </a:xfrm>
          <a:prstGeom prst="rect">
            <a:avLst/>
          </a:prstGeom>
        </p:spPr>
      </p:pic>
      <p:pic>
        <p:nvPicPr>
          <p:cNvPr id="7" name="Picture 6" descr="A train on the tracks&#10;&#10;AI-generated content may be incorrect.">
            <a:extLst>
              <a:ext uri="{FF2B5EF4-FFF2-40B4-BE49-F238E27FC236}">
                <a16:creationId xmlns:a16="http://schemas.microsoft.com/office/drawing/2014/main" id="{A647D202-ED1E-3551-CA48-845C343FD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067" y="2624665"/>
            <a:ext cx="4601634" cy="26788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7B561-9D08-ED7F-08B0-2E3775507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Bahnschrift" panose="020B0502040204020203" pitchFamily="34" charset="0"/>
              </a:rPr>
              <a:t>INTRODUCTION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C8137D-8EBE-C1CA-2F0B-19604B8A9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6007" y="1905000"/>
            <a:ext cx="6591985" cy="3777622"/>
          </a:xfrm>
        </p:spPr>
        <p:txBody>
          <a:bodyPr/>
          <a:lstStyle/>
          <a:p>
            <a:r>
              <a:rPr lang="en-US" dirty="0"/>
              <a:t>This project stimulates a simple railway booking system</a:t>
            </a:r>
            <a:r>
              <a:rPr lang="en-IN" dirty="0"/>
              <a:t>.</a:t>
            </a:r>
          </a:p>
          <a:p>
            <a:r>
              <a:rPr lang="en-IN" dirty="0"/>
              <a:t>Implemented using C programming language.</a:t>
            </a:r>
          </a:p>
          <a:p>
            <a:r>
              <a:rPr lang="en-IN" dirty="0"/>
              <a:t>Demonstrates user input handling, conditional statements and structured design.</a:t>
            </a:r>
          </a:p>
          <a:p>
            <a:r>
              <a:rPr lang="en-IN" dirty="0"/>
              <a:t>Generates a basic e- ticket at the end.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664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Bahnschrift" panose="020B0502040204020203" pitchFamily="34" charset="0"/>
              </a:rPr>
              <a:t>O</a:t>
            </a:r>
            <a:r>
              <a:rPr lang="en-US" dirty="0">
                <a:latin typeface="Bahnschrift" panose="020B0502040204020203" pitchFamily="34" charset="0"/>
              </a:rPr>
              <a:t>BJECTIVES</a:t>
            </a:r>
            <a:endParaRPr dirty="0">
              <a:latin typeface="Bahnschrift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6007" y="1405466"/>
            <a:ext cx="6591985" cy="3777622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Allow user to enter source and destination.</a:t>
            </a:r>
          </a:p>
          <a:p>
            <a:r>
              <a:rPr lang="en-US" dirty="0"/>
              <a:t>Enable class selection (AC1/AC2/AC3/Sleeper).</a:t>
            </a:r>
          </a:p>
          <a:p>
            <a:r>
              <a:rPr lang="en-US" dirty="0"/>
              <a:t>Check seat availability.</a:t>
            </a:r>
          </a:p>
          <a:p>
            <a:r>
              <a:rPr lang="en-US" dirty="0"/>
              <a:t>Enter passenger credentials.</a:t>
            </a:r>
          </a:p>
          <a:p>
            <a:r>
              <a:rPr lang="en-US" dirty="0"/>
              <a:t>Confirm Payment.</a:t>
            </a:r>
          </a:p>
          <a:p>
            <a:r>
              <a:rPr lang="en-US" dirty="0"/>
              <a:t>Generate E- ticket.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Bahnschrift" panose="020B0502040204020203" pitchFamily="34" charset="0"/>
              </a:rPr>
              <a:t>PROBLEM DEFINITION</a:t>
            </a:r>
            <a:endParaRPr dirty="0">
              <a:latin typeface="Bahnschrift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6007" y="1752600"/>
            <a:ext cx="6591985" cy="3777622"/>
          </a:xfrm>
        </p:spPr>
        <p:txBody>
          <a:bodyPr/>
          <a:lstStyle/>
          <a:p>
            <a:r>
              <a:rPr lang="en-US" dirty="0"/>
              <a:t>Railway booking systems are complex, but we need a basic version for learning.</a:t>
            </a:r>
          </a:p>
          <a:p>
            <a:r>
              <a:rPr lang="en-US" dirty="0"/>
              <a:t>This project solves the problem by providing a simplified, console-based reservation flow.</a:t>
            </a:r>
          </a:p>
          <a:p>
            <a:r>
              <a:rPr lang="en-US" dirty="0"/>
              <a:t>Helps us understand how real ticketing systems handle user data and decision-making.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Bahnschrift" panose="020B0502040204020203" pitchFamily="34" charset="0"/>
              </a:rPr>
              <a:t>IMPLIMENTATION</a:t>
            </a:r>
            <a:endParaRPr dirty="0">
              <a:latin typeface="Bahnschrift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6007" y="1641789"/>
            <a:ext cx="6591985" cy="3777622"/>
          </a:xfrm>
        </p:spPr>
        <p:txBody>
          <a:bodyPr/>
          <a:lstStyle/>
          <a:p>
            <a:r>
              <a:rPr dirty="0"/>
              <a:t>Written in</a:t>
            </a:r>
            <a:r>
              <a:rPr lang="en-US" dirty="0"/>
              <a:t> C</a:t>
            </a:r>
          </a:p>
          <a:p>
            <a:r>
              <a:rPr lang="en-US" dirty="0"/>
              <a:t>Compiler: GCC</a:t>
            </a:r>
          </a:p>
          <a:p>
            <a:r>
              <a:rPr lang="en-US" dirty="0"/>
              <a:t>Variables store routes, passenger date, date etc.</a:t>
            </a:r>
          </a:p>
          <a:p>
            <a:r>
              <a:rPr lang="en-US" dirty="0"/>
              <a:t>Key concepts: if-else, string handling, basic printing.</a:t>
            </a:r>
            <a:br>
              <a:rPr lang="en-US" dirty="0"/>
            </a:b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Bahnschrift" panose="020B0502040204020203" pitchFamily="34" charset="0"/>
              </a:rPr>
              <a:t>C</a:t>
            </a:r>
            <a:r>
              <a:rPr lang="en-US" dirty="0">
                <a:latin typeface="Bahnschrift" panose="020B0502040204020203" pitchFamily="34" charset="0"/>
              </a:rPr>
              <a:t>ONCLUSION</a:t>
            </a:r>
            <a:endParaRPr dirty="0">
              <a:latin typeface="Bahnschrift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6007" y="1905000"/>
            <a:ext cx="6591985" cy="3777622"/>
          </a:xfrm>
        </p:spPr>
        <p:txBody>
          <a:bodyPr/>
          <a:lstStyle/>
          <a:p>
            <a:r>
              <a:rPr lang="en-US" dirty="0"/>
              <a:t>Successfully stimulates a simple train booking system.</a:t>
            </a:r>
          </a:p>
          <a:p>
            <a:r>
              <a:rPr lang="en-US" dirty="0"/>
              <a:t>Demonstrates practical uses of C fundamentals.</a:t>
            </a:r>
          </a:p>
          <a:p>
            <a:r>
              <a:rPr lang="en-US" dirty="0"/>
              <a:t>User-friendly and interactive.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Bahnschrift" panose="020B0502040204020203" pitchFamily="34" charset="0"/>
              </a:rPr>
              <a:t>T</a:t>
            </a:r>
            <a:r>
              <a:rPr lang="en-US" dirty="0">
                <a:latin typeface="Bahnschrift" panose="020B0502040204020203" pitchFamily="34" charset="0"/>
              </a:rPr>
              <a:t>HANK YOU!!!</a:t>
            </a:r>
            <a:endParaRPr dirty="0">
              <a:latin typeface="Bahnschrift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6007" y="1905000"/>
            <a:ext cx="6591985" cy="3777622"/>
          </a:xfrm>
        </p:spPr>
        <p:txBody>
          <a:bodyPr/>
          <a:lstStyle/>
          <a:p>
            <a:r>
              <a:rPr dirty="0"/>
              <a:t>Any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TM02892315[[fn=Wisp]]</Template>
  <TotalTime>37</TotalTime>
  <Words>196</Words>
  <Application>Microsoft Office PowerPoint</Application>
  <PresentationFormat>On-screen Show (4:3)</PresentationFormat>
  <Paragraphs>33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Arial</vt:lpstr>
      <vt:lpstr>Arial Rounded MT Bold</vt:lpstr>
      <vt:lpstr>Bahnschrift</vt:lpstr>
      <vt:lpstr>Baskerville Old Face</vt:lpstr>
      <vt:lpstr>Century Gothic</vt:lpstr>
      <vt:lpstr>Wingdings 3</vt:lpstr>
      <vt:lpstr>Wisp</vt:lpstr>
      <vt:lpstr>PROJECT TRAIN TICKET BOOKING SYSTEM</vt:lpstr>
      <vt:lpstr>INTRODUCTION </vt:lpstr>
      <vt:lpstr>OBJECTIVES</vt:lpstr>
      <vt:lpstr>PROBLEM DEFINITION</vt:lpstr>
      <vt:lpstr>IMPLIMENTATION</vt:lpstr>
      <vt:lpstr>CONCLUSION</vt:lpstr>
      <vt:lpstr>THANK YOU!!!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Sarah Kundu</cp:lastModifiedBy>
  <cp:revision>2</cp:revision>
  <dcterms:created xsi:type="dcterms:W3CDTF">2013-01-27T09:14:16Z</dcterms:created>
  <dcterms:modified xsi:type="dcterms:W3CDTF">2025-11-30T13:24:16Z</dcterms:modified>
  <cp:category/>
</cp:coreProperties>
</file>